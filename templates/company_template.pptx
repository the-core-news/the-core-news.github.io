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가수 신화 (歌手神話)</a:t>
            </a:r>
          </a:p>
          <a:p>
            <a:r>
              <a:t>중국 전설 속의 음악과 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장 요약본 - 전통 문화와 현대적 해석</a:t>
            </a:r>
          </a:p>
          <a:p>
            <a:r>
              <a:t>2026 년 최신 연구 기반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가수 신화의 기원과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가수 (歌手): '노래하는 자'라는 뜻, 중국 고대 신화 속 음악의 화신</a:t>
            </a:r>
          </a:p>
          <a:p>
            <a:pPr>
              <a:spcAft>
                <a:spcPts val="1000"/>
              </a:spcAft>
              <a:defRPr sz="1600"/>
            </a:pPr>
            <a:r>
              <a:t>주요 등장인물: 영악 (靈樂), 천음악선 (天音樂仙), 소금 (蕭琴) 등</a:t>
            </a:r>
          </a:p>
          <a:p>
            <a:pPr>
              <a:spcAft>
                <a:spcPts val="1000"/>
              </a:spcAft>
              <a:defRPr sz="1600"/>
            </a:pPr>
            <a:r>
              <a:t>역사적 배경: 주나라 (~1046 BCE) 의 '예악제 (禮樂制)'와 연결</a:t>
            </a:r>
          </a:p>
          <a:p>
            <a:pPr>
              <a:spcAft>
                <a:spcPts val="1000"/>
              </a:spcAft>
              <a:defRPr sz="1600"/>
            </a:pPr>
            <a:r>
              <a:t>핵심 테마: 신이 인간에게 음악을 내려주고 문화를 전수함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주요 가수 신화 이야기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황제가 악신에게서 비파를 받음: 천상 음악이 인간 세계로 하강</a:t>
            </a:r>
          </a:p>
          <a:p>
            <a:pPr>
              <a:spcAft>
                <a:spcPts val="1000"/>
              </a:spcAft>
              <a:defRPr sz="1600"/>
            </a:pPr>
            <a:r>
              <a:t>경악 (京樂) 의 기적: 죽은 자까지 감동시키는 신비로운 음률</a:t>
            </a:r>
          </a:p>
          <a:p>
            <a:pPr>
              <a:spcAft>
                <a:spcPts val="1000"/>
              </a:spcAft>
              <a:defRPr sz="1600"/>
            </a:pPr>
            <a:r>
              <a:t>영음악선 (靈音樂仙) 과의 대화: 인간과 신의 소통 수단으로서 음악</a:t>
            </a:r>
          </a:p>
          <a:p>
            <a:pPr>
              <a:spcAft>
                <a:spcPts val="1000"/>
              </a:spcAft>
              <a:defRPr sz="1600"/>
            </a:pPr>
            <a:r>
              <a:t>소금 (蕭琴) 전설: 바람에 맞춰 연주하는 신비한 악기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현대적 해석과 문화적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음악의 신성화: 예술이 단순한 오락을 넘어 종교적 의미를 지님</a:t>
            </a:r>
          </a:p>
          <a:p>
            <a:pPr>
              <a:spcAft>
                <a:spcPts val="1000"/>
              </a:spcAft>
              <a:defRPr sz="1600"/>
            </a:pPr>
            <a:r>
              <a:t>사회적 기능: 유교적 예악제 (禮樂制) 의 기반이 됨</a:t>
            </a:r>
          </a:p>
          <a:p>
            <a:pPr>
              <a:spcAft>
                <a:spcPts val="1000"/>
              </a:spcAft>
              <a:defRPr sz="1600"/>
            </a:pPr>
            <a:r>
              <a:t>현대 응용: 중국 전통 음악, 영화 OST, 게임 사운드트랙 등에 영향</a:t>
            </a:r>
          </a:p>
          <a:p>
            <a:pPr>
              <a:spcAft>
                <a:spcPts val="1000"/>
              </a:spcAft>
              <a:defRPr sz="1600"/>
            </a:pPr>
            <a:r>
              <a:t>글로벌 확산: K-POP 과 만나는 동아시아 문화 융합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결론과 현대적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가수 신화의 핵심: 음악은 신과 인간의 소통 도구</a:t>
            </a:r>
          </a:p>
          <a:p>
            <a:pPr>
              <a:spcAft>
                <a:spcPts val="1000"/>
              </a:spcAft>
              <a:defRPr sz="1600"/>
            </a:pPr>
            <a:r>
              <a:t>문화적 유산: 중국 전통 예술의 뿌리 이해에 필수</a:t>
            </a:r>
          </a:p>
          <a:p>
            <a:pPr>
              <a:spcAft>
                <a:spcPts val="1000"/>
              </a:spcAft>
              <a:defRPr sz="1600"/>
            </a:pPr>
            <a:r>
              <a:t>현대적 적용: 창의성, 감정 표현, 문화 융합 모델로 재해석 가능</a:t>
            </a:r>
          </a:p>
          <a:p>
            <a:pPr>
              <a:spcAft>
                <a:spcPts val="1000"/>
              </a:spcAft>
              <a:defRPr sz="1600"/>
            </a:pPr>
            <a:r>
              <a:t>향후 과제: 디지털 시대에 어떻게 계승할 것인가?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